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</a:rPr>
              <a:t>Smart Route Planning on the Atsign Platform</a:t>
            </a:r>
          </a:p>
          <a:p>
            <a:r>
              <a:rPr sz="2200" b="0" i="0">
                <a:solidFill>
                  <a:srgbClr val="9FE7E7"/>
                </a:solidFill>
              </a:rPr>
              <a:t>Migrating Intel's edge-AI route planner to an identity-based, encrypted, port-less network</a:t>
            </a:r>
          </a:p>
          <a:p>
            <a:pPr>
              <a:spcBef>
                <a:spcPts val="1800"/>
              </a:spcBef>
            </a:pPr>
            <a:r>
              <a:rPr sz="1400" b="0" i="0">
                <a:solidFill>
                  <a:srgbClr val="B8C0CC"/>
                </a:solidFill>
              </a:rPr>
              <a:t>Keep the AI brain · swap the nervous system · prove it end-to-end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011680"/>
            <a:ext cx="2377440" cy="73152"/>
          </a:xfrm>
          <a:prstGeom prst="rect">
            <a:avLst/>
          </a:prstGeom>
          <a:solidFill>
            <a:srgbClr val="13B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101828"/>
                </a:solidFill>
              </a:rPr>
              <a:t>•  Intel's Smart Route Planning Agent: an AI that routes a driver around congestion,</a:t>
            </a:r>
          </a:p>
          <a:p>
            <a:pPr lvl="1">
              <a:spcAft>
                <a:spcPts val="800"/>
              </a:spcAft>
            </a:pPr>
            <a:r>
              <a:rPr sz="1700" b="0" i="0">
                <a:solidFill>
                  <a:srgbClr val="555F6B"/>
                </a:solidFill>
              </a:rPr>
              <a:t>–  weather, road closures and accidents — in real time.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101828"/>
                </a:solidFill>
              </a:rPr>
              <a:t>•  A planning agent (LangGraph) consults distributed traffic-intersection agents and</a:t>
            </a:r>
          </a:p>
          <a:p>
            <a:pPr lvl="1">
              <a:spcAft>
                <a:spcPts val="800"/>
              </a:spcAft>
            </a:pPr>
            <a:r>
              <a:rPr sz="1700" b="0" i="0">
                <a:solidFill>
                  <a:srgbClr val="555F6B"/>
                </a:solidFill>
              </a:rPr>
              <a:t>–  data feeds, then picks and continuously re-optimises the route.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101828"/>
                </a:solidFill>
              </a:rPr>
              <a:t>•  Great on one laptop — but built in a way that cannot leave it safely.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 problem (as-is)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101828"/>
                </a:solidFill>
              </a:rPr>
              <a:t>•  Every intersection must expose an inbound network port for the planner to poll.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101828"/>
                </a:solidFill>
              </a:rPr>
              <a:t>•  Connections are plain HTTP — no encryption, no authentication.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101828"/>
                </a:solidFill>
              </a:rPr>
              <a:t>•  Participants are found via a hand-edited list of localhost addresses — doesn't scale.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101828"/>
                </a:solidFill>
              </a:rPr>
              <a:t>•  No real driver experience; no notion of 'my route' per person.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101828"/>
                </a:solidFill>
              </a:rPr>
              <a:t>•  Weather / traffic-trends / planned-events optimisers ship turned OFF.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Security posture — BEFORE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101828"/>
                </a:solidFill>
              </a:rPr>
              <a:t>•  Open inbound ports: one (or more) per intersection — a public attack surface.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101828"/>
                </a:solidFill>
              </a:rPr>
              <a:t>•  In the clear: unencrypted HTTP; data readable/modifiable in transit.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101828"/>
                </a:solidFill>
              </a:rPr>
              <a:t>•  No identity: nothing proves who a message is from; nothing to authorise against.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101828"/>
                </a:solidFill>
              </a:rPr>
              <a:t>•  IP/host-based: brittle, and exposed to scanning, spoofing, and NAT/firewall holes.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101828"/>
                </a:solidFill>
              </a:rPr>
              <a:t>•  Static trust: access = 'whatever is on the host list'.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B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101828"/>
                </a:solidFill>
              </a:rPr>
              <a:t>•  Every participant gets its own secure identity (an atSign).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101828"/>
                </a:solidFill>
              </a:rPr>
              <a:t>•  Encrypted, port-less, push messaging between identities — devices only connect OUT.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101828"/>
                </a:solidFill>
              </a:rPr>
              <a:t>•  A zero-trust policy engine (default-deny) authorises every publisher/client by identity+role.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101828"/>
                </a:solidFill>
              </a:rPr>
              <a:t>•  Two front-ends: a Flutter commuter app (live reroute alerts) + a reused Gradio operator console.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101828"/>
                </a:solidFill>
              </a:rPr>
              <a:t>•  Intel's LangGraph reasoning reused UNCHANGED — only the transport was swapped.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B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Security posture — AFTER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101828"/>
                </a:solidFill>
              </a:rPr>
              <a:t>•  Zero inbound ports: every device connects out to its own atServer — nothing to port-scan.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101828"/>
                </a:solidFill>
              </a:rPr>
              <a:t>•  End-to-end encrypted by default: only the addressed identity can read a message.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101828"/>
                </a:solidFill>
              </a:rPr>
              <a:t>•  Cryptographic identity: every message provably from a known atSign — no passwords, no tokens.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101828"/>
                </a:solidFill>
              </a:rPr>
              <a:t>•  Default-deny policy plane: access governed centrally by identity + role (segregation of duties).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101828"/>
                </a:solidFill>
              </a:rPr>
              <a:t>•  Dynamic + safe: a new intersection joins live once authorised — no host list, no restart.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Before vs After — security posture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4712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4114800"/>
                <a:gridCol w="4114800"/>
              </a:tblGrid>
              <a:tr h="64008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</a:rPr>
                        <a:t>Aspect</a:t>
                      </a:r>
                    </a:p>
                  </a:txBody>
                  <a:tcPr>
                    <a:solidFill>
                      <a:srgbClr val="555F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</a:rPr>
                        <a:t>Before  (Intel demo as-is)</a:t>
                      </a:r>
                    </a:p>
                  </a:txBody>
                  <a:tcPr>
                    <a:solidFill>
                      <a:srgbClr val="C02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</a:rPr>
                        <a:t>After  (Atsign Platform)</a:t>
                      </a:r>
                    </a:p>
                  </a:txBody>
                  <a:tcPr>
                    <a:solidFill>
                      <a:srgbClr val="13B513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01828"/>
                          </a:solidFill>
                        </a:rPr>
                        <a:t>Inbound ports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C02626"/>
                          </a:solidFill>
                        </a:rPr>
                        <a:t>Open port per intersection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3B513"/>
                          </a:solidFill>
                        </a:rPr>
                        <a:t>Zero — outbound-only connections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01828"/>
                          </a:solidFill>
                        </a:rPr>
                        <a:t>Encryption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C02626"/>
                          </a:solidFill>
                        </a:rPr>
                        <a:t>Plain HTTP, in the clear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3B513"/>
                          </a:solidFill>
                        </a:rPr>
                        <a:t>End-to-end encrypted by default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01828"/>
                          </a:solidFill>
                        </a:rPr>
                        <a:t>Identity / auth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C02626"/>
                          </a:solidFill>
                        </a:rPr>
                        <a:t>None (anonymous HTTP)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3B513"/>
                          </a:solidFill>
                        </a:rPr>
                        <a:t>Cryptographic atSign identity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01828"/>
                          </a:solidFill>
                        </a:rPr>
                        <a:t>Addressing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C02626"/>
                          </a:solidFill>
                        </a:rPr>
                        <a:t>IP : port (host list)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3B513"/>
                          </a:solidFill>
                        </a:rPr>
                        <a:t>By identity (atSign)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01828"/>
                          </a:solidFill>
                        </a:rPr>
                        <a:t>Access control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C02626"/>
                          </a:solidFill>
                        </a:rPr>
                        <a:t>Implicit (on the list)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3B513"/>
                          </a:solidFill>
                        </a:rPr>
                        <a:t>Default-deny policy engine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01828"/>
                          </a:solidFill>
                        </a:rPr>
                        <a:t>Onboarding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C02626"/>
                          </a:solidFill>
                        </a:rPr>
                        <a:t>Edit a config 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3B513"/>
                          </a:solidFill>
                        </a:rPr>
                        <a:t>Policy-gated, live, no restart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01828"/>
                          </a:solidFill>
                        </a:rPr>
                        <a:t>Attack surface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C02626"/>
                          </a:solidFill>
                        </a:rPr>
                        <a:t>Scan / spoof / MITM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3B513"/>
                          </a:solidFill>
                        </a:rPr>
                        <a:t>Nothing listening; nothing in clear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How: keep the brain, swap the nervous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101828"/>
                </a:solidFill>
              </a:rPr>
              <a:t>•  KEEP (unchanged):</a:t>
            </a:r>
          </a:p>
          <a:p>
            <a:pPr lvl="1">
              <a:spcAft>
                <a:spcPts val="800"/>
              </a:spcAft>
            </a:pPr>
            <a:r>
              <a:rPr sz="1700" b="0" i="0">
                <a:solidFill>
                  <a:srgbClr val="555F6B"/>
                </a:solidFill>
              </a:rPr>
              <a:t>–  LangGraph agent, route logic, GPX parsing, map renderer, Gradio UI, data models.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101828"/>
                </a:solidFill>
              </a:rPr>
              <a:t>•  SWAP (4 small controllers):</a:t>
            </a:r>
          </a:p>
          <a:p>
            <a:pPr lvl="1">
              <a:spcAft>
                <a:spcPts val="800"/>
              </a:spcAft>
            </a:pPr>
            <a:r>
              <a:rPr sz="1700" b="0" i="0">
                <a:solidFill>
                  <a:srgbClr val="555F6B"/>
                </a:solidFill>
              </a:rPr>
              <a:t>–  read an encrypted subscription cache instead of polling URLs / CSVs — interface unchanged.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101828"/>
                </a:solidFill>
              </a:rPr>
              <a:t>•  ADD (the platform layer):</a:t>
            </a:r>
          </a:p>
          <a:p>
            <a:pPr lvl="1">
              <a:spcAft>
                <a:spcPts val="800"/>
              </a:spcAft>
            </a:pPr>
            <a:r>
              <a:rPr sz="1700" b="0" i="0">
                <a:solidFill>
                  <a:srgbClr val="555F6B"/>
                </a:solidFill>
              </a:rPr>
              <a:t>–  identity transport, policy engine, publishers, and the Flutter commuter app.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101828"/>
                </a:solidFill>
              </a:rPr>
              <a:t>•  The migration touched a tiny, well-defined seam — low risk, reusable pattern.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B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What we proved (verified live)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101828"/>
                </a:solidFill>
              </a:rPr>
              <a:t>•  Python planner ⇄ Dart mobile app interoperate (encryption verified both ways).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101828"/>
                </a:solidFill>
              </a:rPr>
              <a:t>•  Intel's planner runs on pushed data — no polling, no host list.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101828"/>
                </a:solidFill>
              </a:rPr>
              <a:t>•  A genuine live reroute from an encrypted push (oakland → sanbruno).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101828"/>
                </a:solidFill>
              </a:rPr>
              <a:t>•  Default-deny enforced: an un-granted intersection is dropped until authorised.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101828"/>
                </a:solidFill>
              </a:rPr>
              <a:t>•  A brand-new intersection joins the running network live — no restart, no config edit.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101828"/>
                </a:solidFill>
              </a:rPr>
              <a:t>•  Reroute + alert reach the driver's phone and the operator's map in real time.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Why it was worth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101828"/>
                </a:solidFill>
              </a:rPr>
              <a:t>•  Removes an entire class of attacks — no open ports, nothing in clear.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101828"/>
                </a:solidFill>
              </a:rPr>
              <a:t>•  Turns a single-laptop demo into a city-scale, governable architecture.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101828"/>
                </a:solidFill>
              </a:rPr>
              <a:t>•  Trust becomes first-class: central, role-based, segregation of duties.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101828"/>
                </a:solidFill>
              </a:rPr>
              <a:t>•  Re-activated capabilities Intel left disabled (weather / events as live feeds).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101828"/>
                </a:solidFill>
              </a:rPr>
              <a:t>•  Proved a low-risk, reusable template for moving other edge-AI suites onto the platform.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101828"/>
                </a:solidFill>
              </a:rPr>
              <a:t>•  Tangible: a phone that reroutes live and a control-room map — a security story you can see.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Status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101828"/>
                </a:solidFill>
              </a:rPr>
              <a:t>•  Status: end-to-end working &amp; demonstrable on the platform (Phases 0–9 high-value slice).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101828"/>
                </a:solidFill>
              </a:rPr>
              <a:t>•  One command brings the live stack up; a pure-Dart tool drives reroutes.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101828"/>
                </a:solidFill>
              </a:rPr>
              <a:t>•  Next (pilot): run the Flutter app on a device; extend policy to requests/viewing;</a:t>
            </a:r>
          </a:p>
          <a:p>
            <a:pPr lvl="1">
              <a:spcAft>
                <a:spcPts val="800"/>
              </a:spcAft>
            </a:pPr>
            <a:r>
              <a:rPr sz="1700" b="0" i="0">
                <a:solidFill>
                  <a:srgbClr val="555F6B"/>
                </a:solidFill>
              </a:rPr>
              <a:t>–  idempotency / reconnect hardening; point feeds at real data sources (no planner change).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8C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FFFFF"/>
                </a:solidFill>
              </a:rPr>
              <a:t>Keep the AI. Change the network.</a:t>
            </a:r>
          </a:p>
          <a:p>
            <a:r>
              <a:rPr sz="1800" b="0" i="0">
                <a:solidFill>
                  <a:srgbClr val="E6FAFA"/>
                </a:solidFill>
              </a:rPr>
              <a:t>Identity-based · encrypted · port-less · policy-governed — proven end-to-end.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